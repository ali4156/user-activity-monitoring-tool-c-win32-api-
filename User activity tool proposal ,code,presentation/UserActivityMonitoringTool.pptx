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731520"/>
            <a:ext cx="1371600" cy="13716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200400"/>
            <a:ext cx="1097280" cy="10972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48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Raja Ali Shahid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ID: 63158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Sir Yawar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3474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Process Monitoring?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which programs run on a computer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when processes start and end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history of all activity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security and debugging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Monitoring Important?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unauthorized programs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security threats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accountability logs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system administration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4475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481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 Tracking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running processes by hand is slow and inaccurate. It's impossible to monitor everything at once.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331720"/>
            <a:ext cx="8686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7919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715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in Normal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shows only current processes. It does not save or display past activity history.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566160"/>
            <a:ext cx="8686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91363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3950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Automation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tool is needed that runs in background, records events automatically, and saves logs.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6052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Processes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when processes start and end in real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6052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88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28032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Duration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long each process was running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416052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1752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93192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Logs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activity log in the GUI window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16052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828032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File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28032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logs to activity_log.txt for later review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83464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2618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435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Windows-Based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Windows OS system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83464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2618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12435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Language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written in C++ for performance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83464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12618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2435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Win32 API functions for process access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283464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30906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072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graphical window with buttons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54680" y="2926080"/>
            <a:ext cx="283464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30906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3072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Logging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64408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logs to activity_log.txt automatically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83464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30906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3072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executable, easy to run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35661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34440"/>
            <a:ext cx="822960" cy="8229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9844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2212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snapshot of all currently running processes using Windows API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2331720"/>
            <a:ext cx="25603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97280"/>
            <a:ext cx="1920240" cy="35661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1234440"/>
            <a:ext cx="822960" cy="8229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29844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3744" y="2212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2032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new snapshot with previous one to find differences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2331720"/>
            <a:ext cx="25603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097280"/>
            <a:ext cx="1920240" cy="35661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75504" y="1234440"/>
            <a:ext cx="822960" cy="8229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129844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0016" y="2212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 = STARTED; Missing process = ENDED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47104" y="2331720"/>
            <a:ext cx="25603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097280"/>
            <a:ext cx="1920240" cy="35661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51776" y="1234440"/>
            <a:ext cx="822960" cy="8229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51776" y="129844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76288" y="2212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4576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how long the process ran using timestamps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83464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language. Fast, efficient, and widely used in system-level programming.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834640" cy="1600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618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access to system-level functions. Used to enumerate and monitor running processes.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834640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2618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Toolhelp32Snapshot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Win32 function that takes a snapshot of all running processes at a given moment.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926080"/>
            <a:ext cx="283464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&amp; map (STL)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" y="3520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data structures used to store and compare process lists efficiently.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2926080"/>
            <a:ext cx="2834640" cy="1600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3520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file I/O used to write activity logs to activity_log.txt on disk.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926080"/>
            <a:ext cx="2834640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(WinAPI)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3520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GUI elements — buttons, list boxes — for user interaction.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button — begins process monitoring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button — ends monitoring session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display area — shows real-time process events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clean user interface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 setup required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easy use by any user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1148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09728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115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Monitor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627632"/>
            <a:ext cx="1371600" cy="34747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627632"/>
            <a:ext cx="1371600" cy="34747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121408"/>
            <a:ext cx="388620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67128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[14:01:03] chrome.exe STARTED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[14:02:15] notepad.exe STARTED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[14:03:44] notepad.exe ENDED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Duration: 1m 29s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[14:05:00] ...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Explanation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841248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2296" cy="8412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STARTED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when a new process appears that was not in the previous snapshot. Timestamp is recorded.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2057400"/>
            <a:ext cx="8686800" cy="841248"/>
          </a:xfrm>
          <a:prstGeom prst="rect">
            <a:avLst/>
          </a:prstGeom>
          <a:solidFill>
            <a:srgbClr val="E8F4FD"/>
          </a:solidFill>
          <a:ln w="12700">
            <a:solidFill>
              <a:srgbClr val="DC35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057400"/>
            <a:ext cx="82296" cy="84124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ENDED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when a process disappears from the snapshot. End time is recorded.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41248"/>
          </a:xfrm>
          <a:prstGeom prst="rect">
            <a:avLst/>
          </a:prstGeom>
          <a:solidFill>
            <a:srgbClr val="E8F4FD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82296" cy="8412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06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Display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as End Time minus Start Time. Shown in minutes and seconds.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" y="3977640"/>
            <a:ext cx="8686800" cy="841248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977640"/>
            <a:ext cx="82296" cy="8412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activity_log.txt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4165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are saved to this file so they can be reviewed later — even after the app is closed.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291840"/>
          </a:xfrm>
          <a:prstGeom prst="rect">
            <a:avLst/>
          </a:prstGeom>
          <a:solidFill>
            <a:srgbClr val="0D0D1A"/>
          </a:solidFill>
          <a:ln w="12700">
            <a:solidFill>
              <a:srgbClr val="334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activity_log.txt — User Activity Monitor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[2024-11-10 14:01:03] chrome.exe — PROCESS STARTED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[2024-11-10 14:02:15] notepad.exe — PROCESS STARTED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037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[2024-11-10 14:03:44] notepad.exe — PROCESS ENDED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511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Duration: 1 min 29 sec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[2024-11-10 14:07:22] chrome.exe — PROCESS ENDED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Duration: 6 min 19 sec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5935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[2024-11-10 14:09:05] mspaint.exe — PROCESS STARTED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Started   |   Red = Ended   |   Yellow = Duration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Task Manager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1148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600200"/>
            <a:ext cx="41148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current processes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history of all processes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start/end time recording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exact start and end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41148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880360"/>
            <a:ext cx="41148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duration calculation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duration for each 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5204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11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logging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611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all logs to .txt file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41148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160520"/>
            <a:ext cx="41148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51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Windows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251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C++ application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51960" y="2103120"/>
            <a:ext cx="640080" cy="6400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Importance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868680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This tool has real-world applications in cybersecurity and IT administration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984248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Processes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unknown or unauthorized programs running on the system.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788920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9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User Activity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complete history of what programs were used and when — useful for audits.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438144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59359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83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803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if someone is running unauthorized or harmful software.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242816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4398264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88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6085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security incident, logs help investigators understand what happened.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6052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444752"/>
            <a:ext cx="347472" cy="34747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4813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Lightweight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heavy installation. Runs as a single executable with minimal system resources.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6052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1444752"/>
            <a:ext cx="347472" cy="34747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4813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188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5544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process changes as they happen using a timer-based polling approach.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377440"/>
            <a:ext cx="416052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" y="2724912"/>
            <a:ext cx="347472" cy="34747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7614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Logging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automatically saved to a .txt file for later review and analysis.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16052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2724912"/>
            <a:ext cx="347472" cy="34747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7614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8346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 with just Start and Stop buttons — no technical expertise needed.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657600"/>
            <a:ext cx="416052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" y="4005072"/>
            <a:ext cx="347472" cy="34747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041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Tracking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1148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Task Manager, this tool keeps a complete history of all process activity.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16052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4005072"/>
            <a:ext cx="347472" cy="34747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041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Calculation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41148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calculates how long each process ran using timestamps.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DC35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82296" cy="80467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07592"/>
            <a:ext cx="365760" cy="36576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44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Only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51790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Windows API, so it cannot run on Linux or macOS.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859536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DC35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57400"/>
            <a:ext cx="82296" cy="80467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267712"/>
            <a:ext cx="365760" cy="36576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042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130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CPU/RAM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47802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tracks process start/end. Does not monitor CPU or memory usage.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DC35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82296" cy="80467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227832"/>
            <a:ext cx="365760" cy="36576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644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Timer-Based Delay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4381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polling interval, so very short processes may be missed.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977640"/>
            <a:ext cx="859536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DC354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77640"/>
            <a:ext cx="82296" cy="80467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187952"/>
            <a:ext cx="365760" cy="36576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24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050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Alerts System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 or popup when a suspicious process is detected.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457B9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52728"/>
            <a:ext cx="365760" cy="3657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801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Memory Usage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81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tracking of CPU and RAM consumption per process for deeper insight.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457B9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057400"/>
            <a:ext cx="365760" cy="3657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0848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947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desktop notification or email when an unknown or blacklisted process starts.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457B9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862072"/>
            <a:ext cx="365760" cy="3657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895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75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UI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090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modern GUI frameworks for a cleaner, more user-friendly interface.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511296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457B9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666744"/>
            <a:ext cx="365760" cy="3657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6941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5570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Support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8953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with cross-platform libraries to support Linux and macOS as well.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457B9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471416"/>
            <a:ext cx="365760" cy="3657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4988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61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Logging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700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logs in a database for easier search, filter, and export capabilities.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implements a Windows-based User Activity Monitoring Tool that detects process start/end events, calculates duration, and logs all activity to a file.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" y="22128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8595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with C++ and Windows API programming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operating systems manage and expose process information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real-world use cases for monitoring tools in cybersecurity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GUI development and file handling in C++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problem-solving skills through building a complete working tool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Monitoring Tool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926080"/>
            <a:ext cx="4572000" cy="1463040"/>
          </a:xfrm>
          <a:prstGeom prst="rect">
            <a:avLst/>
          </a:prstGeom>
          <a:solidFill>
            <a:srgbClr val="0D2340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71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Ali Shahid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ID: 63158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Sir Yawar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Activity Monitoring Tool</dc:title>
  <dc:subject>PptxGenJS Presentation</dc:subject>
  <dc:creator>PptxGenJS</dc:creator>
  <cp:lastModifiedBy>PptxGenJS</cp:lastModifiedBy>
  <cp:revision>1</cp:revision>
  <dcterms:created xsi:type="dcterms:W3CDTF">2026-04-28T07:44:06Z</dcterms:created>
  <dcterms:modified xsi:type="dcterms:W3CDTF">2026-04-28T07:44:06Z</dcterms:modified>
</cp:coreProperties>
</file>